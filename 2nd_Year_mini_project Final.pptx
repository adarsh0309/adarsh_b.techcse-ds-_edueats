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497" r:id="rId3"/>
    <p:sldId id="499" r:id="rId4"/>
    <p:sldId id="500" r:id="rId5"/>
    <p:sldId id="501" r:id="rId6"/>
    <p:sldId id="502" r:id="rId7"/>
    <p:sldId id="503" r:id="rId8"/>
    <p:sldId id="506" r:id="rId9"/>
    <p:sldId id="509" r:id="rId10"/>
    <p:sldId id="269" r:id="rId11"/>
  </p:sldIdLst>
  <p:sldSz cx="9144000" cy="6858000" type="screen4x3"/>
  <p:notesSz cx="6761163" cy="99425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0AA"/>
    <a:srgbClr val="0066B3"/>
    <a:srgbClr val="E31E24"/>
    <a:srgbClr val="006CB4"/>
    <a:srgbClr val="E83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437" autoAdjust="0"/>
    <p:restoredTop sz="94660"/>
  </p:normalViewPr>
  <p:slideViewPr>
    <p:cSldViewPr>
      <p:cViewPr varScale="1">
        <p:scale>
          <a:sx n="62" d="100"/>
          <a:sy n="62" d="100"/>
        </p:scale>
        <p:origin x="984" y="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arsh Kr. Sharma" userId="c84cea2b6289d5d7" providerId="LiveId" clId="{CC789787-E4CC-4768-A905-20366978E4A6}"/>
    <pc:docChg chg="modSld">
      <pc:chgData name="Adarsh Kr. Sharma" userId="c84cea2b6289d5d7" providerId="LiveId" clId="{CC789787-E4CC-4768-A905-20366978E4A6}" dt="2025-05-01T04:56:36.955" v="0" actId="20577"/>
      <pc:docMkLst>
        <pc:docMk/>
      </pc:docMkLst>
      <pc:sldChg chg="modSp mod">
        <pc:chgData name="Adarsh Kr. Sharma" userId="c84cea2b6289d5d7" providerId="LiveId" clId="{CC789787-E4CC-4768-A905-20366978E4A6}" dt="2025-05-01T04:56:36.955" v="0" actId="20577"/>
        <pc:sldMkLst>
          <pc:docMk/>
          <pc:sldMk cId="3295812248" sldId="502"/>
        </pc:sldMkLst>
        <pc:spChg chg="mod">
          <ac:chgData name="Adarsh Kr. Sharma" userId="c84cea2b6289d5d7" providerId="LiveId" clId="{CC789787-E4CC-4768-A905-20366978E4A6}" dt="2025-05-01T04:56:36.955" v="0" actId="20577"/>
          <ac:spMkLst>
            <pc:docMk/>
            <pc:sldMk cId="3295812248" sldId="502"/>
            <ac:spMk id="3" creationId="{44FD2DEC-853B-1F58-B958-D38FBE8F701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29761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668431-CD35-4516-818D-B41B2C4843CF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1243013"/>
            <a:ext cx="447198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B949B3-C4AB-4FB2-8B24-B07A558BD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6534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56005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66966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04681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37544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96401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3691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80FAA-8FF1-CA16-503E-7EE1828F0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ADDF11-2325-93C8-615C-4DD2EC242C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37C88F-6B42-67A0-95F1-7C89B0444C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8F2525-8EA6-D7F2-FEE2-460ED625C1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68879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1617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195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0717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1185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1301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5240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1787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9679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846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755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5389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AA89A1-F17A-4D3D-AC08-D16056C16514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8759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webp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PT Admission Drive 2021-22-final-2_Page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0383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4260" y="0"/>
            <a:ext cx="9180512" cy="6885384"/>
          </a:xfrm>
        </p:spPr>
      </p:pic>
      <p:cxnSp>
        <p:nvCxnSpPr>
          <p:cNvPr id="11" name="Straight Connector 10"/>
          <p:cNvCxnSpPr/>
          <p:nvPr/>
        </p:nvCxnSpPr>
        <p:spPr>
          <a:xfrm>
            <a:off x="1520415" y="2060848"/>
            <a:ext cx="630654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0382" y="150274"/>
            <a:ext cx="6396065" cy="92087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36440" y="2348880"/>
            <a:ext cx="87849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SzPct val="25000"/>
            </a:pPr>
            <a:r>
              <a:rPr lang="en-IN" sz="24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Second Year Project Synopsis</a:t>
            </a:r>
          </a:p>
          <a:p>
            <a:pPr lvl="0" algn="ctr">
              <a:buSzPct val="25000"/>
            </a:pPr>
            <a:r>
              <a:rPr lang="en-IN" sz="24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Submitted by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232DFD41-0025-28B4-FE3B-A54FAEE28F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3826502"/>
              </p:ext>
            </p:extLst>
          </p:nvPr>
        </p:nvGraphicFramePr>
        <p:xfrm>
          <a:off x="1696134" y="3555856"/>
          <a:ext cx="6096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537270469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305024946"/>
                    </a:ext>
                  </a:extLst>
                </a:gridCol>
              </a:tblGrid>
              <a:tr h="2443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898331"/>
                  </a:ext>
                </a:extLst>
              </a:tr>
              <a:tr h="244357">
                <a:tc>
                  <a:txBody>
                    <a:bodyPr/>
                    <a:lstStyle/>
                    <a:p>
                      <a:r>
                        <a:rPr lang="en-US" dirty="0"/>
                        <a:t>2301420058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Adarsh Kumar Sharma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6101868"/>
                  </a:ext>
                </a:extLst>
              </a:tr>
              <a:tr h="244357">
                <a:tc>
                  <a:txBody>
                    <a:bodyPr/>
                    <a:lstStyle/>
                    <a:p>
                      <a:r>
                        <a:rPr lang="en-US" dirty="0"/>
                        <a:t>2301420057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Shivam Raj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20632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DF18845-4075-32C5-8F4A-4F40F86E837F}"/>
              </a:ext>
            </a:extLst>
          </p:cNvPr>
          <p:cNvSpPr txBox="1"/>
          <p:nvPr/>
        </p:nvSpPr>
        <p:spPr>
          <a:xfrm>
            <a:off x="2299287" y="1212054"/>
            <a:ext cx="465928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buSzPct val="25000"/>
            </a:pPr>
            <a:r>
              <a:rPr lang="en-IN" sz="4000" b="1" dirty="0" err="1">
                <a:solidFill>
                  <a:srgbClr val="C00000"/>
                </a:solidFill>
                <a:highlight>
                  <a:srgbClr val="FFFF00"/>
                </a:highlight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EduEats</a:t>
            </a:r>
            <a:endParaRPr lang="en-IN" sz="4000" b="1" dirty="0">
              <a:solidFill>
                <a:srgbClr val="C00000"/>
              </a:solidFill>
              <a:highlight>
                <a:srgbClr val="FFFF00"/>
              </a:highlight>
              <a:ea typeface="Cambria" panose="020405030504060302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D4C745-33B7-0116-E20F-11A7F0DFD46F}"/>
              </a:ext>
            </a:extLst>
          </p:cNvPr>
          <p:cNvSpPr txBox="1"/>
          <p:nvPr/>
        </p:nvSpPr>
        <p:spPr>
          <a:xfrm>
            <a:off x="236440" y="5733256"/>
            <a:ext cx="85840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SzPct val="25000"/>
            </a:pPr>
            <a:r>
              <a:rPr lang="en-IN" sz="18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Industry Mentor: Mr. Santosh Kumar</a:t>
            </a:r>
          </a:p>
          <a:p>
            <a:pPr lvl="0">
              <a:buSzPct val="25000"/>
            </a:pPr>
            <a:r>
              <a:rPr lang="en-IN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Faculty Mentor:</a:t>
            </a:r>
            <a:r>
              <a:rPr lang="en-IN" sz="18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  Ms. Radhika Gupta</a:t>
            </a:r>
          </a:p>
        </p:txBody>
      </p:sp>
    </p:spTree>
    <p:extLst>
      <p:ext uri="{BB962C8B-B14F-4D97-AF65-F5344CB8AC3E}">
        <p14:creationId xmlns:p14="http://schemas.microsoft.com/office/powerpoint/2010/main" val="41425364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251937"/>
            <a:ext cx="388119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A93044A-BD0D-E3F7-B6E0-02BF697009EE}"/>
              </a:ext>
            </a:extLst>
          </p:cNvPr>
          <p:cNvSpPr txBox="1"/>
          <p:nvPr/>
        </p:nvSpPr>
        <p:spPr>
          <a:xfrm>
            <a:off x="251520" y="1046341"/>
            <a:ext cx="864096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i="0" dirty="0" err="1">
                <a:effectLst/>
                <a:latin typeface="fkGroteskNeue"/>
              </a:rPr>
              <a:t>EduEats</a:t>
            </a:r>
            <a:r>
              <a:rPr lang="en-US" sz="2800" b="0" i="0" dirty="0">
                <a:effectLst/>
                <a:latin typeface="fkGroteskNeue"/>
              </a:rPr>
              <a:t> is an innovative campus food ordering portal designed to streamline the food ordering process for students and faculty. The platform enables users to </a:t>
            </a:r>
            <a:r>
              <a:rPr lang="en-US" sz="2800" b="1" i="0" dirty="0">
                <a:effectLst/>
                <a:latin typeface="fkGroteskNeue"/>
              </a:rPr>
              <a:t>browse menus, place orders</a:t>
            </a:r>
            <a:r>
              <a:rPr lang="en-US" sz="2800" b="0" i="0" dirty="0">
                <a:effectLst/>
                <a:latin typeface="fkGroteskNeue"/>
              </a:rPr>
              <a:t>, and receive real-time updates on their food status, thereby reducing the need for </a:t>
            </a:r>
            <a:r>
              <a:rPr lang="en-US" sz="2800" i="0" dirty="0">
                <a:effectLst/>
                <a:latin typeface="fkGroteskNeue"/>
              </a:rPr>
              <a:t>long queues and manual ordering</a:t>
            </a:r>
            <a:r>
              <a:rPr lang="en-US" sz="2800" b="0" i="0" dirty="0">
                <a:effectLst/>
                <a:latin typeface="fkGroteskNeue"/>
              </a:rPr>
              <a:t>. By integrating </a:t>
            </a:r>
            <a:r>
              <a:rPr lang="en-US" sz="2800" b="1" i="0" dirty="0">
                <a:effectLst/>
                <a:latin typeface="fkGroteskNeue"/>
              </a:rPr>
              <a:t>digital payments and order </a:t>
            </a:r>
            <a:r>
              <a:rPr lang="en-US" sz="2800" b="1" i="0" dirty="0" err="1">
                <a:effectLst/>
                <a:latin typeface="fkGroteskNeue"/>
              </a:rPr>
              <a:t>tracking.</a:t>
            </a:r>
            <a:r>
              <a:rPr lang="en-US" sz="2800" b="0" i="0" dirty="0" err="1">
                <a:effectLst/>
                <a:latin typeface="fkGroteskNeue"/>
              </a:rPr>
              <a:t>This</a:t>
            </a:r>
            <a:r>
              <a:rPr lang="en-US" sz="2800" b="0" i="0" dirty="0">
                <a:effectLst/>
                <a:latin typeface="fkGroteskNeue"/>
              </a:rPr>
              <a:t> system not only simplifies the ordering process but also addresses the specific needs of college environments, where </a:t>
            </a:r>
            <a:r>
              <a:rPr lang="en-US" sz="2800" b="1" i="0" dirty="0">
                <a:effectLst/>
                <a:latin typeface="fkGroteskNeue"/>
              </a:rPr>
              <a:t>time management </a:t>
            </a:r>
            <a:r>
              <a:rPr lang="en-US" sz="2800" b="0" i="0" dirty="0">
                <a:effectLst/>
                <a:latin typeface="fkGroteskNeue"/>
              </a:rPr>
              <a:t>is crucial for students balancing academic responsibilities.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353784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464742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2D7EC8-BFDC-C4B6-F5D1-9906B7D02893}"/>
              </a:ext>
            </a:extLst>
          </p:cNvPr>
          <p:cNvSpPr txBox="1"/>
          <p:nvPr/>
        </p:nvSpPr>
        <p:spPr>
          <a:xfrm>
            <a:off x="251520" y="1124744"/>
            <a:ext cx="8568952" cy="4939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250" b="1" dirty="0"/>
              <a:t>Define the Problem Clearly</a:t>
            </a:r>
          </a:p>
          <a:p>
            <a:pPr algn="just"/>
            <a:r>
              <a:rPr lang="en-US" sz="2250" dirty="0"/>
              <a:t>The traditional food ordering process in campus cafeterias is inefficient, causing long queues, order mismanagement, and payment difficulties. This negatively impacts students, faculty, and cafeteria staff.</a:t>
            </a:r>
          </a:p>
          <a:p>
            <a:pPr algn="just"/>
            <a:endParaRPr lang="en-US" sz="2250" dirty="0"/>
          </a:p>
          <a:p>
            <a:pPr algn="just"/>
            <a:r>
              <a:rPr lang="en-US" sz="2250" b="1" dirty="0"/>
              <a:t>Why is it Important?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250" dirty="0"/>
              <a:t>Saves time for students and faculty.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250" dirty="0"/>
              <a:t>Reduces workload for cafeteria staff.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250" dirty="0"/>
              <a:t>Improves overall operational efficiency.</a:t>
            </a:r>
          </a:p>
          <a:p>
            <a:pPr algn="just"/>
            <a:endParaRPr lang="en-US" sz="2250" dirty="0"/>
          </a:p>
          <a:p>
            <a:pPr algn="just"/>
            <a:r>
              <a:rPr lang="en-US" sz="2250" b="1" dirty="0"/>
              <a:t>Expected Impact of Solving This Problem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250" dirty="0"/>
              <a:t>Faster and hassle-free food ordering.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250" dirty="0"/>
              <a:t>Enhanced user experience with digital payments.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250" dirty="0"/>
              <a:t>Streamlined order management for cafeteria vendors.</a:t>
            </a:r>
          </a:p>
        </p:txBody>
      </p:sp>
    </p:spTree>
    <p:extLst>
      <p:ext uri="{BB962C8B-B14F-4D97-AF65-F5344CB8AC3E}">
        <p14:creationId xmlns:p14="http://schemas.microsoft.com/office/powerpoint/2010/main" val="1047329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43924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14FE12-9F36-1DAE-B174-062D669256D2}"/>
              </a:ext>
            </a:extLst>
          </p:cNvPr>
          <p:cNvSpPr txBox="1"/>
          <p:nvPr/>
        </p:nvSpPr>
        <p:spPr>
          <a:xfrm>
            <a:off x="144017" y="1196752"/>
            <a:ext cx="8748463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i="0" dirty="0">
                <a:effectLst/>
                <a:latin typeface="fkGroteskNeue"/>
              </a:rPr>
              <a:t>To Create a User-Friendly and Scalable Online Food Ordering Platform:</a:t>
            </a:r>
            <a:r>
              <a:rPr lang="en-US" sz="2400" b="0" i="0" dirty="0">
                <a:effectLst/>
                <a:latin typeface="fkGroteskNeue"/>
              </a:rPr>
              <a:t> The platform will be designed to be easy to navigate for all users while also being strong enough to manage a high volume of orders during busy periods. 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i="0" dirty="0">
                <a:effectLst/>
                <a:latin typeface="fkGroteskNeue"/>
              </a:rPr>
              <a:t>To Incorporate Real-Time Order Tracking and Cashless Payment Options: </a:t>
            </a:r>
            <a:r>
              <a:rPr lang="en-US" sz="2400" b="0" i="0" dirty="0">
                <a:effectLst/>
                <a:latin typeface="fkGroteskNeue"/>
              </a:rPr>
              <a:t>Users will be able to see the status of their orders while enjoying the ease of secure online payments. 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i="0" dirty="0">
                <a:effectLst/>
                <a:latin typeface="fkGroteskNeue"/>
              </a:rPr>
              <a:t>To Decrease Waiting Times with Automated Pre-Ordering Features: </a:t>
            </a:r>
            <a:r>
              <a:rPr lang="en-US" sz="2400" b="0" i="0" dirty="0">
                <a:effectLst/>
                <a:latin typeface="fkGroteskNeue"/>
              </a:rPr>
              <a:t>Allowing users to place their orders ahead of time will help to better manage traffic in the cafeteria. 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i="0" dirty="0">
                <a:effectLst/>
                <a:latin typeface="fkGroteskNeue"/>
              </a:rPr>
              <a:t>To Enhance Vendor Efficiency with Order Management Automation: </a:t>
            </a:r>
            <a:r>
              <a:rPr lang="en-US" sz="2400" b="0" i="0" dirty="0">
                <a:effectLst/>
                <a:latin typeface="fkGroteskNeue"/>
              </a:rPr>
              <a:t>Streamlining the order processing will reduce human error and accelerate service delivery. </a:t>
            </a:r>
          </a:p>
        </p:txBody>
      </p:sp>
    </p:spTree>
    <p:extLst>
      <p:ext uri="{BB962C8B-B14F-4D97-AF65-F5344CB8AC3E}">
        <p14:creationId xmlns:p14="http://schemas.microsoft.com/office/powerpoint/2010/main" val="957423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5275" y="-34369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467628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Technical </a:t>
            </a:r>
            <a:r>
              <a:rPr lang="en-US" sz="3200" b="1" kern="1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FD2DEC-853B-1F58-B958-D38FBE8F7014}"/>
              </a:ext>
            </a:extLst>
          </p:cNvPr>
          <p:cNvSpPr txBox="1"/>
          <p:nvPr/>
        </p:nvSpPr>
        <p:spPr>
          <a:xfrm>
            <a:off x="107504" y="1052736"/>
            <a:ext cx="864096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b="1" dirty="0"/>
              <a:t>Frontend Development</a:t>
            </a:r>
            <a:r>
              <a:rPr lang="en-IN" dirty="0"/>
              <a:t>: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IN" b="1" dirty="0"/>
              <a:t>Technologies</a:t>
            </a:r>
            <a:r>
              <a:rPr lang="en-IN" dirty="0"/>
              <a:t>: React.js, Tailwind CSS, JavaScript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IN" b="1" dirty="0"/>
              <a:t>Features</a:t>
            </a:r>
            <a:r>
              <a:rPr lang="en-IN" dirty="0"/>
              <a:t>:</a:t>
            </a:r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en-US" dirty="0"/>
              <a:t>Responsive landing page with Login/Signup (role-based access)</a:t>
            </a:r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en-US" dirty="0"/>
              <a:t>Menu page with food categories, prices, images</a:t>
            </a:r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en-IN" dirty="0"/>
              <a:t>Interactive cart(add, update, remove items)</a:t>
            </a:r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en-IN" dirty="0"/>
              <a:t>Order confirmation page with estimated wait time.</a:t>
            </a:r>
          </a:p>
          <a:p>
            <a:pPr rtl="0">
              <a:buNone/>
            </a:pPr>
            <a:r>
              <a:rPr lang="en-IN" b="1" dirty="0"/>
              <a:t>Backend Development</a:t>
            </a:r>
            <a:r>
              <a:rPr lang="en-IN" dirty="0"/>
              <a:t>: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IN" b="1" dirty="0"/>
              <a:t>Framework</a:t>
            </a:r>
            <a:r>
              <a:rPr lang="en-IN" dirty="0"/>
              <a:t>: </a:t>
            </a:r>
            <a:r>
              <a:rPr lang="en-US" dirty="0"/>
              <a:t>Node.js with Express.js</a:t>
            </a:r>
            <a:endParaRPr lang="en-IN" dirty="0"/>
          </a:p>
          <a:p>
            <a:pPr rtl="0">
              <a:buFont typeface="Arial" panose="020B0604020202020204" pitchFamily="34" charset="0"/>
              <a:buChar char="•"/>
            </a:pPr>
            <a:r>
              <a:rPr lang="en-IN" b="1" dirty="0"/>
              <a:t>Functionalities</a:t>
            </a:r>
            <a:r>
              <a:rPr lang="en-IN" dirty="0"/>
              <a:t>:</a:t>
            </a:r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en-IN" dirty="0"/>
              <a:t>Secure user authentication with password hashing.</a:t>
            </a:r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en-IN" dirty="0"/>
              <a:t>Order processing and status updates.</a:t>
            </a:r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en-IN" dirty="0"/>
              <a:t>Admin dashboard for menu and order management.</a:t>
            </a:r>
          </a:p>
          <a:p>
            <a:pPr rtl="0">
              <a:buNone/>
            </a:pPr>
            <a:r>
              <a:rPr lang="en-IN" b="1" dirty="0"/>
              <a:t>Database</a:t>
            </a:r>
            <a:r>
              <a:rPr lang="en-IN" dirty="0"/>
              <a:t>:</a:t>
            </a:r>
            <a:r>
              <a:rPr lang="en-US" dirty="0"/>
              <a:t>MongoDB Atlas (NoSQL Cloud DB)</a:t>
            </a:r>
          </a:p>
          <a:p>
            <a:pPr rtl="0">
              <a:buNone/>
            </a:pPr>
            <a:r>
              <a:rPr lang="en-US" b="1" dirty="0"/>
              <a:t>Collections</a:t>
            </a:r>
            <a:r>
              <a:rPr lang="en-IN" b="1" dirty="0"/>
              <a:t> :</a:t>
            </a:r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en-IN" b="1" dirty="0"/>
              <a:t>Users</a:t>
            </a:r>
            <a:r>
              <a:rPr lang="en-IN" dirty="0"/>
              <a:t>: Stores user details (ID, name, email, password).</a:t>
            </a:r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en-IN" b="1" dirty="0"/>
              <a:t>Menu</a:t>
            </a:r>
            <a:r>
              <a:rPr lang="en-IN" dirty="0"/>
              <a:t>: Lists food items (ID, name, price, category).</a:t>
            </a:r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en-IN" b="1" dirty="0"/>
              <a:t>Orders</a:t>
            </a:r>
            <a:r>
              <a:rPr lang="en-IN" dirty="0"/>
              <a:t>: Tracks orders (ID, </a:t>
            </a:r>
            <a:r>
              <a:rPr lang="en-IN" dirty="0" err="1"/>
              <a:t>user_id</a:t>
            </a:r>
            <a:r>
              <a:rPr lang="en-IN" dirty="0"/>
              <a:t>, items, status).</a:t>
            </a:r>
          </a:p>
          <a:p>
            <a:pPr rtl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58122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7133" y="346645"/>
            <a:ext cx="828092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Methodology Flowchart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AutoShape 2" descr="A professional methodology flowchart for the 'EduEats' project, a campus food ordering system. The flowchart should include the following steps: 1) User Registration/Login, 2) Menu Browsing, 3) Order Placement, 4) Payment Processing, 5) Order Confirmation, 6) Restaurant Preparation, 7) Delivery/Pickup, 8) Feedback &amp; Rating. Use a clean and modern design with clear labels and arrows connecting each step. The theme should be tech-friendly and related to a university campus environment.">
            <a:extLst>
              <a:ext uri="{FF2B5EF4-FFF2-40B4-BE49-F238E27FC236}">
                <a16:creationId xmlns:a16="http://schemas.microsoft.com/office/drawing/2014/main" id="{F3B3D250-9A37-394C-0A26-9AB11AF2EFA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" name="AutoShape 4" descr="A professional methodology flowchart for the 'EduEats' project, a campus food ordering system. The flowchart should include the following steps: 1) User Registration/Login, 2) Menu Browsing, 3) Order Placement, 4) Payment Processing, 5) Order Confirmation, 6) Restaurant Preparation, 7) Delivery/Pickup, 8) Feedback &amp; Rating. Use a clean and modern design with clear labels and arrows connecting each step. The theme should be tech-friendly and related to a university campus environment.">
            <a:extLst>
              <a:ext uri="{FF2B5EF4-FFF2-40B4-BE49-F238E27FC236}">
                <a16:creationId xmlns:a16="http://schemas.microsoft.com/office/drawing/2014/main" id="{4A32297E-E305-2EE4-22A6-91EC1094890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1C6EA20-F552-7A5E-6F8B-2B52B98EB09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1089698"/>
            <a:ext cx="6343500" cy="5191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3716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3414" y="298973"/>
            <a:ext cx="684484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  <a:endParaRPr lang="en-US" sz="3200" b="1" kern="100" dirty="0"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A0BA87-FFCE-0AD9-17CC-A811FB343CCE}"/>
              </a:ext>
            </a:extLst>
          </p:cNvPr>
          <p:cNvSpPr txBox="1"/>
          <p:nvPr/>
        </p:nvSpPr>
        <p:spPr>
          <a:xfrm>
            <a:off x="179511" y="1117188"/>
            <a:ext cx="8568953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2400" b="1" dirty="0"/>
              <a:t>Core Features</a:t>
            </a:r>
            <a:r>
              <a:rPr lang="en-US" sz="2400" dirty="0"/>
              <a:t>:</a:t>
            </a:r>
          </a:p>
          <a:p>
            <a:pPr rtl="0">
              <a:buNone/>
            </a:pPr>
            <a:endParaRPr lang="en-US" sz="2400" dirty="0"/>
          </a:p>
          <a:p>
            <a:pPr rtl="0">
              <a:buFont typeface="Arial" panose="020B0604020202020204" pitchFamily="34" charset="0"/>
              <a:buChar char="•"/>
            </a:pPr>
            <a:r>
              <a:rPr lang="en-US" sz="2400" b="1" dirty="0"/>
              <a:t>Digital Menu</a:t>
            </a:r>
            <a:r>
              <a:rPr lang="en-US" sz="2400" dirty="0"/>
              <a:t>: Browse categorized food items with real-time availability.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sz="2400" b="1" dirty="0"/>
              <a:t>Seamless Ordering</a:t>
            </a:r>
            <a:r>
              <a:rPr lang="en-US" sz="2400" dirty="0"/>
              <a:t>: Add, modify, or remove items in the cart before checkout.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sz="2400" b="1" dirty="0"/>
              <a:t>Admin Dashboard</a:t>
            </a:r>
            <a:r>
              <a:rPr lang="en-US" sz="2400" dirty="0"/>
              <a:t>: Real-time order tracking and menu management for canteen staff.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sz="2400" b="1" dirty="0"/>
              <a:t>Responsive Design</a:t>
            </a:r>
            <a:r>
              <a:rPr lang="en-US" sz="2400" dirty="0"/>
              <a:t>: Optimized for desktops, tablets, and smartphones.</a:t>
            </a:r>
          </a:p>
        </p:txBody>
      </p:sp>
    </p:spTree>
    <p:extLst>
      <p:ext uri="{BB962C8B-B14F-4D97-AF65-F5344CB8AC3E}">
        <p14:creationId xmlns:p14="http://schemas.microsoft.com/office/powerpoint/2010/main" val="2562604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A90B0-DF45-D772-F2C2-4DA9C9459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8841DBC-268C-A507-A4A1-7C73606563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1FEB11A7-55F7-BA44-4ABC-0E9514E1A4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133" y="346645"/>
            <a:ext cx="828092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14D0127-5B9D-1F1F-5AC4-DBE6A7B70CC0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E1913F5F-C1D7-7FAC-0C7C-5A9C9314CC4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19A5981-DFEE-F419-D91C-B08F4A8F860A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01230E-A2B3-BF6C-96B3-DAEBFDD3C4B8}"/>
              </a:ext>
            </a:extLst>
          </p:cNvPr>
          <p:cNvSpPr txBox="1"/>
          <p:nvPr/>
        </p:nvSpPr>
        <p:spPr>
          <a:xfrm>
            <a:off x="341531" y="1191476"/>
            <a:ext cx="855094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2400" b="1" dirty="0"/>
              <a:t>Future Enhancements</a:t>
            </a:r>
            <a:r>
              <a:rPr lang="en-US" sz="2400" dirty="0"/>
              <a:t>: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sz="2400" b="1" dirty="0"/>
              <a:t>Payment Integration</a:t>
            </a:r>
            <a:r>
              <a:rPr lang="en-US" sz="2400" dirty="0"/>
              <a:t>: Add UPI, Paytm, or QR code payments for cashless transactions.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sz="2400" b="1" dirty="0"/>
              <a:t>Mobile Application</a:t>
            </a:r>
            <a:r>
              <a:rPr lang="en-US" sz="2400" dirty="0"/>
              <a:t>: Develop Android/iOS apps using Flutter or React Native.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sz="2400" b="1" dirty="0"/>
              <a:t>Real-Time Tracking</a:t>
            </a:r>
            <a:r>
              <a:rPr lang="en-US" sz="2400" dirty="0"/>
              <a:t>: Introduce live order status updates with preparation times.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sz="2400" b="1" dirty="0"/>
              <a:t>Notifications</a:t>
            </a:r>
            <a:r>
              <a:rPr lang="en-US" sz="2400" dirty="0"/>
              <a:t>: Implement SMS or email alerts for order confirmations.</a:t>
            </a:r>
          </a:p>
        </p:txBody>
      </p:sp>
    </p:spTree>
    <p:extLst>
      <p:ext uri="{BB962C8B-B14F-4D97-AF65-F5344CB8AC3E}">
        <p14:creationId xmlns:p14="http://schemas.microsoft.com/office/powerpoint/2010/main" val="10153793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384"/>
            <a:ext cx="9180512" cy="6858000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36704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835696" y="2736304"/>
            <a:ext cx="56510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dirty="0">
                <a:solidFill>
                  <a:srgbClr val="0060AA"/>
                </a:solidFill>
                <a:latin typeface="Garamond" pitchFamily="18" charset="0"/>
              </a:rPr>
              <a:t>THANK</a:t>
            </a:r>
            <a:r>
              <a:rPr lang="en-US" sz="7200" dirty="0">
                <a:latin typeface="Garamond" pitchFamily="18" charset="0"/>
              </a:rPr>
              <a:t> </a:t>
            </a:r>
            <a:r>
              <a:rPr lang="en-US" sz="7200" dirty="0">
                <a:solidFill>
                  <a:srgbClr val="E31E24"/>
                </a:solidFill>
                <a:latin typeface="Garamond" pitchFamily="18" charset="0"/>
              </a:rPr>
              <a:t>YOU</a:t>
            </a:r>
            <a:endParaRPr lang="en-IN" sz="7200" dirty="0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8198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6810</TotalTime>
  <Words>654</Words>
  <Application>Microsoft Office PowerPoint</Application>
  <PresentationFormat>On-screen Show (4:3)</PresentationFormat>
  <Paragraphs>88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Calibri</vt:lpstr>
      <vt:lpstr>Cambria</vt:lpstr>
      <vt:lpstr>fkGroteskNeue</vt:lpstr>
      <vt:lpstr>Garamond</vt:lpstr>
      <vt:lpstr>Times New Roman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WEBDEV</dc:creator>
  <cp:lastModifiedBy>Adarsh Kr. Sharma</cp:lastModifiedBy>
  <cp:revision>343</cp:revision>
  <cp:lastPrinted>2022-09-05T08:43:44Z</cp:lastPrinted>
  <dcterms:created xsi:type="dcterms:W3CDTF">2020-01-16T09:05:56Z</dcterms:created>
  <dcterms:modified xsi:type="dcterms:W3CDTF">2025-05-01T04:56:38Z</dcterms:modified>
</cp:coreProperties>
</file>